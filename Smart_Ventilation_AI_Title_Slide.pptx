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548640" y="-731520"/>
            <a:ext cx="5029200" cy="5029200"/>
          </a:xfrm>
          <a:prstGeom prst="ellipse">
            <a:avLst/>
          </a:prstGeom>
          <a:solidFill>
            <a:srgbClr val="173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3840480"/>
            <a:ext cx="4023360" cy="40233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55448" cy="1417320"/>
          </a:xfrm>
          <a:prstGeom prst="rect">
            <a:avLst/>
          </a:prstGeom>
          <a:solidFill>
            <a:srgbClr val="00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097280"/>
            <a:ext cx="987552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200" b="1">
                <a:solidFill>
                  <a:srgbClr val="F5F8FF"/>
                </a:solidFill>
                <a:latin typeface="Aptos Display"/>
              </a:rPr>
              <a:t>Smart Ventilation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788920"/>
            <a:ext cx="89611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BECDEB"/>
                </a:solidFill>
                <a:latin typeface="Aptos"/>
              </a:rPr>
              <a:t>AI-Assisted Indoor Air Quality and Comfort Optimization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5440680"/>
            <a:ext cx="3840480" cy="530352"/>
          </a:xfrm>
          <a:prstGeom prst="roundRect">
            <a:avLst/>
          </a:prstGeom>
          <a:solidFill>
            <a:srgbClr val="151F3F"/>
          </a:solidFill>
          <a:ln w="12700">
            <a:solidFill>
              <a:srgbClr val="3B55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AADFFF"/>
                </a:solidFill>
                <a:latin typeface="Aptos"/>
              </a:rPr>
              <a:t>AIIC Project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